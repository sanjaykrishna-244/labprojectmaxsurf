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Canva Sans Bold" charset="1" panose="020B0803030501040103"/>
      <p:regular r:id="rId10"/>
    </p:embeddedFont>
    <p:embeddedFont>
      <p:font typeface="Canva Sans" charset="1" panose="020B0503030501040103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67235" y="876300"/>
            <a:ext cx="8038325" cy="4124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55"/>
              </a:lnSpc>
            </a:pPr>
            <a:r>
              <a:rPr lang="en-US" sz="782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CAD CAM  </a:t>
            </a:r>
          </a:p>
          <a:p>
            <a:pPr algn="ctr">
              <a:lnSpc>
                <a:spcPts val="10955"/>
              </a:lnSpc>
            </a:pPr>
            <a:r>
              <a:rPr lang="en-US" sz="782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AND</a:t>
            </a:r>
          </a:p>
          <a:p>
            <a:pPr algn="ctr">
              <a:lnSpc>
                <a:spcPts val="10955"/>
              </a:lnSpc>
            </a:pPr>
            <a:r>
              <a:rPr lang="en-US" sz="782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MARINE DESIGN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423836" y="5755350"/>
            <a:ext cx="8536916" cy="1023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57"/>
              </a:lnSpc>
            </a:pPr>
            <a:r>
              <a:rPr lang="en-US" sz="596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ASSIGNMENT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083307" y="7416889"/>
            <a:ext cx="300617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Group - 6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7775" y="435385"/>
            <a:ext cx="17452689" cy="8412880"/>
          </a:xfrm>
          <a:custGeom>
            <a:avLst/>
            <a:gdLst/>
            <a:ahLst/>
            <a:cxnLst/>
            <a:rect r="r" b="b" t="t" l="l"/>
            <a:pathLst>
              <a:path h="8412880" w="17452689">
                <a:moveTo>
                  <a:pt x="0" y="0"/>
                </a:moveTo>
                <a:lnTo>
                  <a:pt x="17452689" y="0"/>
                </a:lnTo>
                <a:lnTo>
                  <a:pt x="17452689" y="8412880"/>
                </a:lnTo>
                <a:lnTo>
                  <a:pt x="0" y="8412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8" t="-1078" r="-448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0595" y="683070"/>
            <a:ext cx="7742560" cy="2316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83"/>
              </a:lnSpc>
            </a:pPr>
            <a:r>
              <a:rPr lang="en-US" sz="441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Rudder Length : 6.6m</a:t>
            </a:r>
          </a:p>
          <a:p>
            <a:pPr algn="just">
              <a:lnSpc>
                <a:spcPts val="6183"/>
              </a:lnSpc>
            </a:pPr>
            <a:r>
              <a:rPr lang="en-US" sz="441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Rudder Height : 12.4m</a:t>
            </a:r>
          </a:p>
          <a:p>
            <a:pPr algn="just">
              <a:lnSpc>
                <a:spcPts val="6183"/>
              </a:lnSpc>
            </a:pPr>
            <a:r>
              <a:rPr lang="en-US" sz="441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Rudder stock diameter: 1.4m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27490" y="3171494"/>
            <a:ext cx="7331497" cy="1518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93"/>
              </a:lnSpc>
            </a:pPr>
            <a:r>
              <a:rPr lang="en-US" sz="435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Propeller Boss Cap : 1.6m</a:t>
            </a:r>
          </a:p>
          <a:p>
            <a:pPr algn="just">
              <a:lnSpc>
                <a:spcPts val="6093"/>
              </a:lnSpc>
            </a:pPr>
            <a:r>
              <a:rPr lang="en-US" sz="435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Propeller Rudder Gap: 1.8m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27490" y="4861172"/>
            <a:ext cx="7183414" cy="771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18"/>
              </a:lnSpc>
            </a:pPr>
            <a:r>
              <a:rPr lang="en-US" sz="451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Propeller Diameter: 8.5m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0595" y="5813333"/>
            <a:ext cx="7962677" cy="703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25"/>
              </a:lnSpc>
            </a:pPr>
            <a:r>
              <a:rPr lang="en-US" sz="416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Propeller Shaft Diameter : 1.6m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1122" y="6698250"/>
            <a:ext cx="4403378" cy="703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25"/>
              </a:lnSpc>
            </a:pPr>
            <a:r>
              <a:rPr lang="en-US" sz="416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Freeboard: 11.4m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7490" y="8501517"/>
            <a:ext cx="5175200" cy="1437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25"/>
              </a:lnSpc>
            </a:pPr>
            <a:r>
              <a:rPr lang="en-US" sz="416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Propeller Clearance:</a:t>
            </a:r>
          </a:p>
          <a:p>
            <a:pPr algn="just">
              <a:lnSpc>
                <a:spcPts val="5825"/>
              </a:lnSpc>
            </a:pPr>
            <a:r>
              <a:rPr lang="en-US" sz="416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1.43m; 1.8m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60595" y="7599883"/>
            <a:ext cx="4504432" cy="703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25"/>
              </a:lnSpc>
            </a:pPr>
            <a:r>
              <a:rPr lang="en-US" sz="416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Bulbous bow:  8m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00594" y="1446333"/>
            <a:ext cx="10486812" cy="7394334"/>
          </a:xfrm>
          <a:custGeom>
            <a:avLst/>
            <a:gdLst/>
            <a:ahLst/>
            <a:cxnLst/>
            <a:rect r="r" b="b" t="t" l="l"/>
            <a:pathLst>
              <a:path h="7394334" w="10486812">
                <a:moveTo>
                  <a:pt x="0" y="0"/>
                </a:moveTo>
                <a:lnTo>
                  <a:pt x="10486812" y="0"/>
                </a:lnTo>
                <a:lnTo>
                  <a:pt x="10486812" y="7394334"/>
                </a:lnTo>
                <a:lnTo>
                  <a:pt x="0" y="73943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6474" r="-3464" b="-59171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DAHDEjt7dbg</dc:identifier>
  <dcterms:modified xsi:type="dcterms:W3CDTF">2011-08-01T06:04:30Z</dcterms:modified>
  <cp:revision>1</cp:revision>
  <dc:title>lllll</dc:title>
</cp:coreProperties>
</file>